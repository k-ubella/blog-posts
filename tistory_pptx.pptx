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0"/>
            <a:ext cx="64008" cy="2560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OpenClaw × 티스토리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배포 시스템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텔레그램 한 마디로 블로그 자동 발행하기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 ·  Playwright  ·  GitHub  ·  OpenClaw  ·  Telegram   |   2026.02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전체 자동화 흐름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4592" y="868680"/>
            <a:ext cx="1572768" cy="3291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987552"/>
            <a:ext cx="512064" cy="51206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987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1526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" y="162763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✍️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4592" y="224028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글 작성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4592" y="2761488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</a:rPr>
              <a:t>옵시디언에서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</a:rPr>
              <a:t>.md 파일 작성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187452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883664" y="868680"/>
            <a:ext cx="1572768" cy="3291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14016" y="987552"/>
            <a:ext cx="512064" cy="51206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14016" y="987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1526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83664" y="162763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📤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883664" y="224028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GitHub Push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83664" y="2761488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</a:rPr>
              <a:t>이미지 포함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</a:rPr>
              <a:t>Public 레포 push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56432" y="187452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602736" y="868680"/>
            <a:ext cx="1572768" cy="3291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33088" y="987552"/>
            <a:ext cx="512064" cy="51206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33088" y="987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1526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02736" y="162763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602736" y="224028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텔레그램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02736" y="2761488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</a:rPr>
              <a:t>"티스토리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</a:rPr>
              <a:t>올려줘"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75504" y="187452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321808" y="868680"/>
            <a:ext cx="1572768" cy="3291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52160" y="987552"/>
            <a:ext cx="512064" cy="51206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987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1526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21808" y="162763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321808" y="224028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OpenClaw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21808" y="2761488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</a:rPr>
              <a:t>git pull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</a:rPr>
              <a:t>스크립트 실행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94576" y="187452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</a:rPr>
              <a:t>→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7040880" y="868680"/>
            <a:ext cx="1572768" cy="3291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71232" y="987552"/>
            <a:ext cx="512064" cy="51206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71232" y="987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1526"/>
                </a:solidFill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40880" y="162763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🎉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7040880" y="224028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자동 발행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40880" y="2761488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</a:rPr>
              <a:t>티스토리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5"/>
                </a:solidFill>
              </a:rPr>
              <a:t>공개 게시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4297680"/>
            <a:ext cx="8595360" cy="658368"/>
          </a:xfrm>
          <a:prstGeom prst="rect">
            <a:avLst/>
          </a:prstGeom>
          <a:solidFill>
            <a:srgbClr val="E8F4F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29768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1524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💡  핵심: </a:t>
            </a:r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</a:rPr>
              <a:t>이미지는 GitHub Public 레포 raw URL 방식 → 별도 업로드 불필요  |  비밀번호는 최초 1회, 이후 세션 쿠키로 자동 로그인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사전 준비 &amp; 설치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0233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필요 환경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44168"/>
            <a:ext cx="3657600" cy="2606040"/>
          </a:xfrm>
          <a:prstGeom prst="rect">
            <a:avLst/>
          </a:prstGeom>
          <a:noFill/>
          <a:ln/>
        </p:spPr>
        <p:txBody>
          <a:bodyPr wrap="square" lIns="50800" tIns="0" rIns="1016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</a:rPr>
              <a:t>Ubuntu Linux (OpenClaw 설치 서버)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</a:rPr>
              <a:t>Python 3.8 이상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</a:rPr>
              <a:t>GitHub 계정 (Public 레포)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</a:rPr>
              <a:t>티스토리 블로그 (카카오 계정)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</a:rPr>
              <a:t>OpenClaw + 텔레그램 연동 완료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</a:rPr>
              <a:t>옵시디언 (로컬 마크다운 편집)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4297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868680"/>
            <a:ext cx="42976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8686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Playwright 설치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023360" cy="118872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3716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playwright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playwright install chromium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playwright install-deps chromium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26517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CONFIG 설정 (tistory_playwright.py):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944368"/>
            <a:ext cx="4023360" cy="96012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944368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"blog_name": "your-blog-name"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"github_user": "your-github-id"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"github_repo": "blog-posts"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FFF9E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1524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F00"/>
                </a:solidFill>
              </a:rPr>
              <a:t>⚠️  python 명령어가 없을 경우: sudo apt install python-is-python3  |  인코딩 오류 시 PYTHONIOENCODING=utf-8 prefix 추가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로그인 세션 저장 &amp; 배포 명령어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0233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🔐  최초 1회 로그인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344168"/>
            <a:ext cx="3749040" cy="4114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441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tistory_login.py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657600" cy="1371600"/>
          </a:xfrm>
          <a:prstGeom prst="rect">
            <a:avLst/>
          </a:prstGeom>
          <a:noFill/>
          <a:ln/>
        </p:spPr>
        <p:txBody>
          <a:bodyPr wrap="square" lIns="50800" tIns="0" rIns="101600" bIns="0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3A5F"/>
                </a:solidFill>
              </a:rPr>
              <a:t>카카오 이메일 입력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3A5F"/>
                </a:solidFill>
              </a:rPr>
              <a:t>카카오 비밀번호 입력 (화면 안 보임)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3A5F"/>
                </a:solidFill>
              </a:rPr>
              <a:t>카카오 앱에서 2단계 인증 승인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3A5F"/>
                </a:solidFill>
              </a:rPr>
              <a:t>tistory_session.json 자동 저장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4297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868680"/>
            <a:ext cx="42976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8686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🚀  배포 명령어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13441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임시저장 테스트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600200"/>
            <a:ext cx="4023360" cy="384048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6002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tistory_playwright.py --draft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20574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최신 글 발행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313432"/>
            <a:ext cx="4023360" cy="384048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3134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tistory_playwright.py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27706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파일 지정 발행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3026664"/>
            <a:ext cx="4023360" cy="384048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02666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tistory_playwright.py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--file "posts/글제목.md"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34564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옵션 정리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749040"/>
          <a:ext cx="8595360" cy="1188720"/>
        </p:xfrm>
        <a:graphic>
          <a:graphicData uri="http://schemas.openxmlformats.org/drawingml/2006/table">
            <a:tbl>
              <a:tblPr/>
              <a:tblGrid>
                <a:gridCol w="3474720"/>
                <a:gridCol w="512064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옵션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</a:rPr>
                        <a:t>--draft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</a:rPr>
                        <a:t>임시저장 (발행 안함, 테스트용)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</a:rPr>
                        <a:t>--file "posts/글.md"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</a:rPr>
                        <a:t>특정 파일 지정 발행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</a:rPr>
                        <a:t>--no-pull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</a:rPr>
                        <a:t>git pull 생략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</a:rPr>
                        <a:t>(없음)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</a:rPr>
                        <a:t>최신 파일 자동 선택 + git pull 후 발행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이미지 처리 방식 &amp; 파일 구조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🖼️  이미지 처리 흐름 (업로드 불필요)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📎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옵시디언에서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이미지 붙여넣기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40280" y="1417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0604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0604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git add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git push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43400" y="1417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0916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GitHub raw URL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자동 변환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1417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1228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티스토리에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바로 표시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468880"/>
            <a:ext cx="41605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468880"/>
            <a:ext cx="416052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46888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📁  레포 파일 구조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2880360"/>
            <a:ext cx="3886200" cy="1892808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880360"/>
            <a:ext cx="3886200" cy="1892808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~/tistory-bot/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tistory_playwright.py  # 핵심 스크립트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tistory_login.py       # 최초 1회 로그인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tistory_session.json   # 세션 (git 제외)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posts/                 # 마크다운 파일들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00_첨부파일/           # 이미지 파일들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468880"/>
            <a:ext cx="41605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468880"/>
            <a:ext cx="416052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46888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🤖  OpenClaw 스킬 등록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2880360"/>
            <a:ext cx="3886200" cy="59436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88036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~/.openclaw/skills/tistory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SKILL.md 파일 생성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5478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텔레그램 트리거 키워드: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803904"/>
            <a:ext cx="3886200" cy="1005840"/>
          </a:xfrm>
          <a:prstGeom prst="rect">
            <a:avLst/>
          </a:prstGeom>
          <a:noFill/>
          <a:ln/>
        </p:spPr>
        <p:txBody>
          <a:bodyPr wrap="square" lIns="25400" tIns="0" rIns="1016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3A5F"/>
                </a:solidFill>
              </a:rPr>
              <a:t>"티스토리 올려줘"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3A5F"/>
                </a:solidFill>
              </a:rPr>
              <a:t>"블로그 발행해줘"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3A5F"/>
                </a:solidFill>
              </a:rPr>
              <a:t>"포스팅 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3A5F"/>
                </a:solidFill>
              </a:rPr>
              <a:t>"최신 글 올려줘"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일상 사용 흐름 &amp; 보안 체크리스트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605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📅  일상 사용 흐름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526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29844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</a:rPr>
              <a:t>옵시디언에서 .md 파일 작성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</a:rPr>
              <a:t>이미지 붙여넣기 (00_첨부파일/ 자동 저장)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011680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526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0116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</a:rPr>
              <a:t>git add posts/ 00_첨부파일/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</a:rPr>
              <a:t>git commit &amp; git push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724912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526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72491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</a:rPr>
              <a:t>텔레그램: "티스토리 올려줘"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438144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526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43814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</a:rPr>
              <a:t>OpenClaw가 git pull + 스크립트 실행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</a:rPr>
              <a:t>티스토리 자동 발행 완료 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822960"/>
            <a:ext cx="41605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822960"/>
            <a:ext cx="41605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82296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🔒  보안 체크리스트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1298448"/>
            <a:ext cx="3886200" cy="2651760"/>
          </a:xfrm>
          <a:prstGeom prst="rect">
            <a:avLst/>
          </a:prstGeom>
          <a:noFill/>
          <a:ln/>
        </p:spPr>
        <p:txBody>
          <a:bodyPr wrap="square" lIns="50800" tIns="0" rIns="1016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</a:rPr>
              <a:t>tistory_session.json → .gitignore 포함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</a:rPr>
              <a:t>GitHub 레포 Public 설정 (이미지 접근)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</a:rPr>
              <a:t>Personal Access Token 코드에 하드코딩 금지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</a:rPr>
              <a:t>노출된 토큰 즉시 revoke 후 재발급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</a:rPr>
              <a:t>텔레그램 봇 토큰 타인 공유 금지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160520"/>
            <a:ext cx="8595360" cy="749808"/>
          </a:xfrm>
          <a:prstGeom prst="rect">
            <a:avLst/>
          </a:prstGeom>
          <a:solidFill>
            <a:srgbClr val="E8F4F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16052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1524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🛠️  트러블슈팅  </a:t>
            </a:r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</a:rPr>
              <a:t>세션만료 → python3 tistory_login.py 재실행  |  이미지 안 보임 → 레포 Public 확인 &amp; 00_첨부파일/ git add 확인  |  인증오류 → git remote set-url 재설정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0058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🎉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19202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자동 배포 완성!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0C4E0"/>
                </a:solidFill>
              </a:rPr>
              <a:t>이제 글 쓰고 push하면 텔레그램 한 마디로 자동 발행됩니다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280160" y="3383280"/>
            <a:ext cx="201168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34564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8016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글 작성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4251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옵시디언 마크다운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0" y="3383280"/>
            <a:ext cx="201168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0" y="34564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5760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자동 처리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4251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OpenClaw + Playwright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3383280"/>
            <a:ext cx="201168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34564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03504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자동 발행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4251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티스토리 공개 게시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C4E0"/>
                </a:solidFill>
              </a:rPr>
              <a:t>Python · Playwright · GitHub · OpenClaw · Telegram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 × 티스토리 자동 배포</dc:title>
  <dc:subject>PptxGenJS Presentation</dc:subject>
  <dc:creator>PptxGenJS</dc:creator>
  <cp:lastModifiedBy>PptxGenJS</cp:lastModifiedBy>
  <cp:revision>1</cp:revision>
  <dcterms:created xsi:type="dcterms:W3CDTF">2026-02-20T15:12:32Z</dcterms:created>
  <dcterms:modified xsi:type="dcterms:W3CDTF">2026-02-20T15:12:32Z</dcterms:modified>
</cp:coreProperties>
</file>